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e8c4e2f-abc3-aadb-f6c8-0edcb1b5eaf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eeing it work" id="{e70018e9-e8e5-090e-cc22-d9a3af8df011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lose" id="{e915a079-4717-5e9c-7315-f0e004ba1d8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One line: this project finds a hidden Trojan on a smart camera by watching the camera's network traffic, not by touching the camera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cameras are a favourite target: cheap, always online, often still using the factory password. A hidden virus (a "Trojan") can infect one and keep streaming video normally while secretly talking to an attacker. The camera itself has no room to run security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inspecting the camera, we look at its network traffic: every connection leaves a record of who it talked to, how often and how much data moved. A normal camera only talks to its recorder and a few known services. An infected one also beacons to a stranger on a timer. This project reads those records and spots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 the tool does: take a traffic file as input; look for nine warning signs; turn that into a simple score and status per device; let you quarantine a bad device with one click; and it all runs in a safe mini lab with fake cameras, so nobody needs a real camera or a real virus. It also works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simple steps: read and clean the uploaded file; optionally learn what's normal for each camera, so a routine check-in isn't mistaken for a virus; then check for nine warning signs and add up a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checks in plain terms: a known-bad address, an unusual or suspicious port, a brand-new contact, regular check-ins (beaconing — a classic remote-control sign), scanning many hosts or ports fast, and anything about data volume that is unusually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normal camera is itself very regular, so a naive "regular traffic = virus" rule would flag every healthy camera. The fix is a baseline: teach the tool who each camera normally talks to. A regular check-in to a known address is ignored; the same regularity to a brand-new address is flagged. Result: zero false alarms on the clean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show the tool working, the project includes a small safe lab: pretend cameras and a harmless pretend virus, so nothing real is ever 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has three pretend cameras, a pretend attacker server, and the detector watching everyone's traffic. It is sealed off from the real internet, so nothing can ever get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newest piece: a third camera called cam-vault that starts already infected. Instead of just a score on a dashboard, its video feed itself visibly glitches and shows an overlay of the pretend virus's real activity — the fake process, its fake connections, the fake scan. It makes the infection visible, not just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detector screen after analysing a test capture: one camera flagged compromised with a risk score of 100, the other two cameras stay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short: every automated check passes, the infected camera is caught with a high risk score, and the clean traffic produces zero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recent additions: it now runs on Windows with one command; the pretend cameras stream real-looking moving video; a new camera lets you literally watch it get hacked; and the detector is ready to be hosted online for a live demo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upfront: it reads traffic patterns, not message contents, so it can't see inside encrypted data. The rules are hand-written, not machine-learned. It has no login screen yet, so it shouldn't be put on the open internet as-is. And the test virus is completely harmless — it never touches a real file or sends real data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097280"/>
            <a:ext cx="5577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17520"/>
            <a:ext cx="5577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IoT Trojan Detector  |  Project Overview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IoT Trojan Detector  |  Project Overview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09728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IoT Trojan Detector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017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Catching a hidden virus on a smart camera by watching its internet traffic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92240" y="1463040"/>
            <a:ext cx="1920240" cy="1920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965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Problem 1"/>
          <p:cNvSpPr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cameras are everywhere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Cheap, always on, rarely updated</a:t>
            </a:r>
            <a:endParaRPr lang="en-US" sz="1400" dirty="0"/>
          </a:p>
        </p:txBody>
      </p:sp>
      <p:sp>
        <p:nvSpPr>
          <p:cNvPr id="8" name="Problem 2"/>
          <p:cNvSpPr/>
          <p:nvPr/>
        </p:nvSpPr>
        <p:spPr>
          <a:xfrm>
            <a:off x="4663440" y="128016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Weak default passwords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Many still use admin/admin</a:t>
            </a:r>
            <a:endParaRPr lang="en-US" sz="1400" dirty="0"/>
          </a:p>
        </p:txBody>
      </p:sp>
      <p:sp>
        <p:nvSpPr>
          <p:cNvPr id="13" name="Problem 3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2346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virus can hide inside one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still shows video, but secretly "calls home"</a:t>
            </a:r>
            <a:endParaRPr lang="en-US" sz="1400" dirty="0"/>
          </a:p>
        </p:txBody>
      </p:sp>
      <p:sp>
        <p:nvSpPr>
          <p:cNvPr id="18" name="Problem 4"/>
          <p:cNvSpPr/>
          <p:nvPr/>
        </p:nvSpPr>
        <p:spPr>
          <a:xfrm>
            <a:off x="4663440" y="292608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2346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 can't run antivirus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 small, too simple to protect itself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idea: watch the traffic, not the camera</a:t>
            </a:r>
            <a:endParaRPr lang="en-US" sz="3200" dirty="0"/>
          </a:p>
        </p:txBody>
      </p:sp>
      <p:sp>
        <p:nvSpPr>
          <p:cNvPr id="3" name="Idea card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camera leaves a trail even if nobody looks at the video: who it talks to, how often, on what "door" (port), and how much data.</a:t>
            </a:r>
            <a:endParaRPr lang="en-US" sz="1800" dirty="0"/>
          </a:p>
        </p:txBody>
      </p:sp>
      <p:sp>
        <p:nvSpPr>
          <p:cNvPr id="5" name="Flow 0"/>
          <p:cNvSpPr/>
          <p:nvPr/>
        </p:nvSpPr>
        <p:spPr>
          <a:xfrm>
            <a:off x="457200" y="2743200"/>
            <a:ext cx="2011680" cy="155448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7432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Normal camera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sends video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to its recorder</a:t>
            </a:r>
            <a:endParaRPr lang="en-US" sz="1500" dirty="0"/>
          </a:p>
        </p:txBody>
      </p:sp>
      <p:sp>
        <p:nvSpPr>
          <p:cNvPr id="7" name="Flow 2"/>
          <p:cNvSpPr/>
          <p:nvPr/>
        </p:nvSpPr>
        <p:spPr>
          <a:xfrm>
            <a:off x="5029200" y="2743200"/>
            <a:ext cx="2011680" cy="15544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27432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Infected camera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ALSO talks to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stranger, on a timer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This project reads that trail (a CSV of flow records) and flags the difference.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tool does</a:t>
            </a:r>
            <a:endParaRPr lang="en-US" sz="3200" dirty="0"/>
          </a:p>
        </p:txBody>
      </p:sp>
      <p:sp>
        <p:nvSpPr>
          <p:cNvPr id="3" name="Feature 1"/>
          <p:cNvSpPr/>
          <p:nvPr/>
        </p:nvSpPr>
        <p:spPr>
          <a:xfrm>
            <a:off x="457200" y="1280160"/>
            <a:ext cx="25603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Upload your traffic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32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CSV file, or use the sample / live lab</a:t>
            </a:r>
            <a:endParaRPr lang="en-US" sz="1200" dirty="0"/>
          </a:p>
        </p:txBody>
      </p:sp>
      <p:sp>
        <p:nvSpPr>
          <p:cNvPr id="8" name="Feature 2"/>
          <p:cNvSpPr/>
          <p:nvPr/>
        </p:nvSpPr>
        <p:spPr>
          <a:xfrm>
            <a:off x="3291840" y="1280160"/>
            <a:ext cx="25603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57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9 warning signs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432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Odd ports, repeated "beacons", scans, big uploads</a:t>
            </a:r>
            <a:endParaRPr lang="en-US" sz="1200" dirty="0"/>
          </a:p>
        </p:txBody>
      </p:sp>
      <p:sp>
        <p:nvSpPr>
          <p:cNvPr id="13" name="Feature 3"/>
          <p:cNvSpPr/>
          <p:nvPr/>
        </p:nvSpPr>
        <p:spPr>
          <a:xfrm>
            <a:off x="6126480" y="1280160"/>
            <a:ext cx="25603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58877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057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 score per device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432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 to 100: clean, suspicious, or compromised</a:t>
            </a:r>
            <a:endParaRPr lang="en-US" sz="1200" dirty="0"/>
          </a:p>
        </p:txBody>
      </p:sp>
      <p:sp>
        <p:nvSpPr>
          <p:cNvPr id="18" name="Feature 4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2346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703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One-click quarantine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078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Cut off a suspect device</a:t>
            </a:r>
            <a:endParaRPr lang="en-US" sz="1200" dirty="0"/>
          </a:p>
        </p:txBody>
      </p:sp>
      <p:sp>
        <p:nvSpPr>
          <p:cNvPr id="23" name="Feature 5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1089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23469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703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 safe mini lab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078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Fake cameras + a harmless pretend virus to test it on</a:t>
            </a:r>
            <a:endParaRPr lang="en-US" sz="1200" dirty="0"/>
          </a:p>
        </p:txBody>
      </p:sp>
      <p:sp>
        <p:nvSpPr>
          <p:cNvPr id="28" name="Feature 6"/>
          <p:cNvSpPr/>
          <p:nvPr/>
        </p:nvSpPr>
        <p:spPr>
          <a:xfrm>
            <a:off x="6126480" y="2926080"/>
            <a:ext cx="25603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9360" y="310896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323469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09360" y="3703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Works on phones too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4078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page, smaller screen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decides</a:t>
            </a:r>
            <a:endParaRPr lang="en-US" sz="3200" dirty="0"/>
          </a:p>
        </p:txBody>
      </p:sp>
      <p:pic>
        <p:nvPicPr>
          <p:cNvPr id="3" name="Image 0" descr="Pipeline: CSV in, rules applied, score 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1275768"/>
          </a:xfrm>
          <a:prstGeom prst="rect">
            <a:avLst/>
          </a:prstGeom>
        </p:spPr>
      </p:pic>
      <p:sp>
        <p:nvSpPr>
          <p:cNvPr id="4" name="Step 1"/>
          <p:cNvSpPr/>
          <p:nvPr/>
        </p:nvSpPr>
        <p:spPr>
          <a:xfrm>
            <a:off x="457200" y="2788920"/>
            <a:ext cx="25603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Read the file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up dates, names and numbers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3291840" y="2788920"/>
            <a:ext cx="25603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Know what's normal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Learn each camera's usual habits (optional)</a:t>
            </a:r>
            <a:endParaRPr lang="en-US" sz="1400" dirty="0"/>
          </a:p>
        </p:txBody>
      </p:sp>
      <p:sp>
        <p:nvSpPr>
          <p:cNvPr id="10" name="Step 3"/>
          <p:cNvSpPr/>
          <p:nvPr/>
        </p:nvSpPr>
        <p:spPr>
          <a:xfrm>
            <a:off x="6126480" y="2788920"/>
            <a:ext cx="25603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Spot and score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 anything odd, add up a risk score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9 warning signs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Known-bad address: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Talking to an address already on a blocklist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Suspicious door (port):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Using a port hackers commonly 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Unusual door (port):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Using a door it never used before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New stranger: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Talking to someone it never talked to before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34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"Beaconing":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Checking in like clockwork — a sign of remote control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103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Scanning: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Knocking on many doors or many neighbours fast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Big upload: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Sending a large amount of data out at once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840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Size doesn't match: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single transfer far bigger than its usual habit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it doesn't cry wolf</a:t>
            </a:r>
            <a:endParaRPr lang="en-US" sz="3200" dirty="0"/>
          </a:p>
        </p:txBody>
      </p:sp>
      <p:sp>
        <p:nvSpPr>
          <p:cNvPr id="3" name="Why card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healthy camera is ALSO regular: it streams video every 10 seconds and checks the clock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simple "regular = suspicious" rule would flag every normal camera</a:t>
            </a:r>
            <a:endParaRPr lang="en-US" sz="1500" dirty="0"/>
          </a:p>
        </p:txBody>
      </p:sp>
      <p:sp>
        <p:nvSpPr>
          <p:cNvPr id="6" name="Fix card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Teach the tool who each camera normally talks to (a "baseline")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Only a check-in to a NEW, unknown address counts as suspicious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Result: the clean sample gets 0 false alarms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 safe lab to test it in</a:t>
            </a:r>
            <a:endParaRPr lang="en-US" sz="4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Pretend cameras + a harmless pretend virus — nothing real is ever at risk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What's in the lab</a:t>
            </a:r>
            <a:endParaRPr lang="en-US" sz="3200" dirty="0"/>
          </a:p>
        </p:txBody>
      </p:sp>
      <p:pic>
        <p:nvPicPr>
          <p:cNvPr id="3" name="Image 0" descr="Lab layou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394960" cy="24501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0" y="12801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pretend cameras — one is already infected on startup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pretend "attacker" server the virus checks in with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detector, reading everyone's traffic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Sealed off from the internet — nothing can leak 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New: watch an infection happen</a:t>
            </a:r>
            <a:endParaRPr lang="en-US" sz="3200" dirty="0"/>
          </a:p>
        </p:txBody>
      </p:sp>
      <p:pic>
        <p:nvPicPr>
          <p:cNvPr id="3" name="Image 0" descr="Clean camera f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566160" cy="2005965"/>
          </a:xfrm>
          <a:prstGeom prst="rect">
            <a:avLst/>
          </a:prstGeom>
        </p:spPr>
      </p:pic>
      <p:pic>
        <p:nvPicPr>
          <p:cNvPr id="4" name="Image 1" descr="Infected camera feed, glitching, showing fake hacker activ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3566160" cy="200596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Before: normal video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After: screen glitches + shows what the virus is doing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new camera, "cam-vault", starts already infected. Its picture visibly breaks up and overlays the virus's real activity (fake connections, fake file drops) — so you can SEE the infection, not just read about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you see in the detector</a:t>
            </a:r>
            <a:endParaRPr lang="en-US" sz="3200" dirty="0"/>
          </a:p>
        </p:txBody>
      </p:sp>
      <p:pic>
        <p:nvPicPr>
          <p:cNvPr id="3" name="Image 0" descr="Detector results: 3 cameras, one compromi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863840" cy="3104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run: one camera (cam-garage) is flagged compromised with a risk score of 100; the other two stay clean.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Does it actually work?</a:t>
            </a:r>
            <a:endParaRPr lang="en-US" sz="3200" dirty="0"/>
          </a:p>
        </p:txBody>
      </p:sp>
      <p:sp>
        <p:nvSpPr>
          <p:cNvPr id="3" name="Result 1"/>
          <p:cNvSpPr/>
          <p:nvPr/>
        </p:nvSpPr>
        <p:spPr>
          <a:xfrm>
            <a:off x="457200" y="1371600"/>
            <a:ext cx="187452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08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automated checks pass</a:t>
            </a:r>
            <a:endParaRPr lang="en-US" sz="1300" dirty="0"/>
          </a:p>
        </p:txBody>
      </p:sp>
      <p:sp>
        <p:nvSpPr>
          <p:cNvPr id="6" name="Result 2"/>
          <p:cNvSpPr/>
          <p:nvPr/>
        </p:nvSpPr>
        <p:spPr>
          <a:xfrm>
            <a:off x="2578608" y="1371600"/>
            <a:ext cx="187452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5768" y="1508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warnings found on the infected test</a:t>
            </a:r>
            <a:endParaRPr lang="en-US" sz="1300" dirty="0"/>
          </a:p>
        </p:txBody>
      </p:sp>
      <p:sp>
        <p:nvSpPr>
          <p:cNvPr id="9" name="Result 3"/>
          <p:cNvSpPr/>
          <p:nvPr/>
        </p:nvSpPr>
        <p:spPr>
          <a:xfrm>
            <a:off x="4700016" y="1371600"/>
            <a:ext cx="187452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508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false alarms on clean traffic</a:t>
            </a:r>
            <a:endParaRPr lang="en-US" sz="1300" dirty="0"/>
          </a:p>
        </p:txBody>
      </p:sp>
      <p:sp>
        <p:nvSpPr>
          <p:cNvPr id="12" name="Result 4"/>
          <p:cNvSpPr/>
          <p:nvPr/>
        </p:nvSpPr>
        <p:spPr>
          <a:xfrm>
            <a:off x="6821424" y="1371600"/>
            <a:ext cx="187452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58584" y="1508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958584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risk score given to the infected camera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 short: it catches the infected camera, leaves the healthy ones alone, and every automated check passes.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Recent upgrades</a:t>
            </a:r>
            <a:endParaRPr lang="en-US" sz="3200" dirty="0"/>
          </a:p>
        </p:txBody>
      </p:sp>
      <p:sp>
        <p:nvSpPr>
          <p:cNvPr id="3" name="Upgrade 1"/>
          <p:cNvSpPr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Works on Windows now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 just Mac/Linux; one command starts everything</a:t>
            </a:r>
            <a:endParaRPr lang="en-US" sz="1300" dirty="0"/>
          </a:p>
        </p:txBody>
      </p:sp>
      <p:sp>
        <p:nvSpPr>
          <p:cNvPr id="8" name="Upgrade 2"/>
          <p:cNvSpPr/>
          <p:nvPr/>
        </p:nvSpPr>
        <p:spPr>
          <a:xfrm>
            <a:off x="4663440" y="128016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Real-looking live video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Cameras now stream moving video you can watch in a browser</a:t>
            </a:r>
            <a:endParaRPr lang="en-US" sz="1300" dirty="0"/>
          </a:p>
        </p:txBody>
      </p:sp>
      <p:sp>
        <p:nvSpPr>
          <p:cNvPr id="13" name="Upgrade 3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2346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camera you can watch get hacked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cam-vault — infected from the start, glitching feed</a:t>
            </a:r>
            <a:endParaRPr lang="en-US" sz="1300" dirty="0"/>
          </a:p>
        </p:txBody>
      </p:sp>
      <p:sp>
        <p:nvSpPr>
          <p:cNvPr id="18" name="Upgrade 4"/>
          <p:cNvSpPr/>
          <p:nvPr/>
        </p:nvSpPr>
        <p:spPr>
          <a:xfrm>
            <a:off x="4663440" y="2926080"/>
            <a:ext cx="393192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2346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Ready to put online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Can be hosted on a free/cheap site for demos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it can't do (yet)</a:t>
            </a:r>
            <a:endParaRPr lang="en-US" sz="3200" dirty="0"/>
          </a:p>
        </p:txBody>
      </p:sp>
      <p:sp>
        <p:nvSpPr>
          <p:cNvPr id="3" name="Limits card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reads TRAFFIC PATTERNS, not the content of messages — it can't see inside encrypted data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rules are hand-written, not learned from millions of real attacks (yet)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has no login screen — don't put it on the open internet without adding one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pretend virus is 100% harmless: it never touches real files or sends real data anywhere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09728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017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Code: github.com/emmanuelekopimo/build-with-ai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463040"/>
            <a:ext cx="1920240" cy="1920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965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yber Lab">
  <a:themeElements>
    <a:clrScheme name="Cyber Lab">
      <a:dk1>
        <a:srgbClr val="0B1F33"/>
      </a:dk1>
      <a:lt1>
        <a:srgbClr val="FFFFFF"/>
      </a:lt1>
      <a:dk2>
        <a:srgbClr val="12385C"/>
      </a:dk2>
      <a:lt2>
        <a:srgbClr val="EAF0F6"/>
      </a:lt2>
      <a:accent1>
        <a:srgbClr val="0E7C86"/>
      </a:accent1>
      <a:accent2>
        <a:srgbClr val="E4572E"/>
      </a:accent2>
      <a:accent3>
        <a:srgbClr val="F2A541"/>
      </a:accent3>
      <a:accent4>
        <a:srgbClr val="3A6EA5"/>
      </a:accent4>
      <a:accent5>
        <a:srgbClr val="2F6F4E"/>
      </a:accent5>
      <a:accent6>
        <a:srgbClr val="8A99A8"/>
      </a:accent6>
      <a:hlink>
        <a:srgbClr val="0E7C86"/>
      </a:hlink>
      <a:folHlink>
        <a:srgbClr val="8A99A8"/>
      </a:folHlink>
    </a:clrScheme>
    <a:fontScheme name="Cyber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Trojan Detector — Project Overview</dc:title>
  <dc:subject>PptxGenJS Presentation</dc:subject>
  <dc:creator>PptxGenJS</dc:creator>
  <cp:lastModifiedBy>PptxGenJS</cp:lastModifiedBy>
  <cp:revision>1</cp:revision>
  <dcterms:created xsi:type="dcterms:W3CDTF">2026-10-06T16:09:28Z</dcterms:created>
  <dcterms:modified xsi:type="dcterms:W3CDTF">2026-10-06T16:09:28Z</dcterms:modified>
</cp:coreProperties>
</file>